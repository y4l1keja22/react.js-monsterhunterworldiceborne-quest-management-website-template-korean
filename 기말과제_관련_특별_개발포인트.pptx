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1" d="100"/>
          <a:sy n="61" d="100"/>
        </p:scale>
        <p:origin x="88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28808-26D1-4F4B-96F4-F3082078DD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008" y="1122362"/>
            <a:ext cx="8816632" cy="357155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E0C639-B0CD-4365-98A9-C1E5FF6CF4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7008" y="5521960"/>
            <a:ext cx="8816632" cy="94487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80C52-E6BB-4B27-B5D8-2D33B24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7C649-4A0C-4EF2-8FC1-2BCF0BF9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E03F2-D0FE-49BB-8AEC-E99C4DB2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A7CC8F-56A6-423D-B67A-8BA89D3EC911}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147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78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9F01F-198D-4AAD-B4FB-AD3B4498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8200"/>
            <a:ext cx="9438640" cy="4114800"/>
          </a:xfrm>
        </p:spPr>
        <p:txBody>
          <a:bodyPr anchor="t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BCC2B-311B-4FB6-B3A5-26F68055A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217160"/>
            <a:ext cx="9438640" cy="802640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9CB73D-2D6B-4FA6-89A4-DCC89F80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0C188-FF43-44C1-A005-679168D5F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1188-DA27-47B2-8176-31193EEC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20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B5A25-7E99-42A8-8D6D-648EFE20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501DC-62B7-42BD-A941-D34E92719C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65C5C1-4FD4-4958-99A0-BDADECA33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11679"/>
            <a:ext cx="5181600" cy="4165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1B234-5D54-44E5-B41D-B205AAF50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7BCDB-6B96-45D6-B5E9-823A96EB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39C5F-F16F-4AFD-98D1-FA3BB96A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9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4C1F-0040-4BBF-81A6-FD2E3063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7978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894A7-1DA1-44C1-8ED0-716279430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24035"/>
            <a:ext cx="4997132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AB945-31E2-4B60-9076-CBB8F8594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499713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71B3EA-2E84-4B8B-A104-81BD57742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5080" y="1824035"/>
            <a:ext cx="5000308" cy="681040"/>
          </a:xfrm>
        </p:spPr>
        <p:txBody>
          <a:bodyPr anchor="b"/>
          <a:lstStyle>
            <a:lvl1pPr marL="0" indent="0">
              <a:buNone/>
              <a:defRPr sz="2400" b="1" i="0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11AB8-302C-476E-B80A-AA739911E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5080" y="2505075"/>
            <a:ext cx="50003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47C29-FE34-4E6E-9921-78C54673A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6B420-A9CE-4BB6-A653-5C3ABC7D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1DF8FE-1179-4798-B16D-AF1DF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783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6F1A-0A68-4048-808F-CD7A9F3B0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9592"/>
            <a:ext cx="10515600" cy="157322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ACB3E6-5365-48F5-8D2A-0B002BA3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7D8EE9-4D97-4B2F-8D38-41CB9EE77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2C5952-0A27-4FAB-A3FD-12003787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7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D08427-909D-4679-9192-BC99557A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E39A6-1E09-42B5-85B4-7E8B5AB2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38940-01DD-4C97-8649-E01C3B0ED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5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93B3D-D568-40B4-A73A-1C8EA9AB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1818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6EB3-917A-43B7-85BB-D00B5D2F0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4798" y="987425"/>
            <a:ext cx="5840589" cy="50323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7AC029-3BC1-4637-A7F9-BC786DC26A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72360"/>
            <a:ext cx="3691817" cy="349662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0B948-89C5-4AC5-B7A0-17136F5C5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6C8C5-652F-46CB-BD26-E262B057F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B50CB-E91F-4B71-81F0-800F2B51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69B885-FDB8-4C62-A285-A0CDC49A6B0C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8921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941E-6445-4840-81AE-104EF7A4F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696652" cy="17018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F8B866-E32B-4AE7-AEF3-6974AE328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86120" y="838200"/>
            <a:ext cx="560323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ABB7A-E157-499A-B224-C2313181F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367280"/>
            <a:ext cx="3696652" cy="350170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77283-E2B8-405E-BB6E-9F121140E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21F05-EB94-417F-B19B-96FF3D9E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7C3C7-B6DB-4064-8E66-9FB770C8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E233FA-220A-423F-907E-5F81526A28A0}"/>
              </a:ext>
            </a:extLst>
          </p:cNvPr>
          <p:cNvCxnSpPr>
            <a:cxnSpLocks/>
          </p:cNvCxnSpPr>
          <p:nvPr/>
        </p:nvCxnSpPr>
        <p:spPr>
          <a:xfrm>
            <a:off x="5023202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1993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56D52-667C-4E67-9038-A0BDFD8C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3E72AC-0272-475A-BD25-2AB7AC1DE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FBFF2-9ECB-4CDD-87FA-9DD1F87BF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C12B3-DAF5-4BA7-A3A6-D0284716D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171AE-4A11-4035-A072-9AC4053FF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6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A52E95-2F50-48D3-B00E-4C259644E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50174" y="838199"/>
            <a:ext cx="2303626" cy="5338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617C9B-4E02-49C8-B6DF-65ED3C990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38199"/>
            <a:ext cx="7734300" cy="5338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CA10C-AC31-4D80-B78F-08E48CDC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B5B7-F312-4BC9-A5D3-72E065D1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2E489-5442-4698-B6E3-3421A97C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F3A7E1-F157-4338-B7F7-9C0A2D60B7FF}"/>
              </a:ext>
            </a:extLst>
          </p:cNvPr>
          <p:cNvCxnSpPr>
            <a:cxnSpLocks/>
          </p:cNvCxnSpPr>
          <p:nvPr/>
        </p:nvCxnSpPr>
        <p:spPr>
          <a:xfrm>
            <a:off x="881133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54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6CCBF3A-D7FB-4B97-8FD5-6FFB20CB1E8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109D357-8067-4A1F-97B2-93C5160B78D9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051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A9327B-0F60-46E3-AD80-CE7383856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913BD7-8D5B-5F05-AE8C-97AFFD6D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885" b="9493"/>
          <a:stretch>
            <a:fillRect/>
          </a:stretch>
        </p:blipFill>
        <p:spPr>
          <a:xfrm>
            <a:off x="20" y="1"/>
            <a:ext cx="12191980" cy="430529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D1C99D0-461D-4A91-81EF-CCCD798B3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3053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28669BCB-C871-4858-BF18-6FA69C9EA1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3496" y="1590125"/>
            <a:ext cx="11025002" cy="1125050"/>
          </a:xfrm>
        </p:spPr>
        <p:txBody>
          <a:bodyPr anchor="b">
            <a:normAutofit fontScale="90000"/>
          </a:bodyPr>
          <a:lstStyle/>
          <a:p>
            <a:pPr algn="ctr"/>
            <a:r>
              <a:rPr lang="ko-KR" altLang="en-US" sz="6600" dirty="0">
                <a:solidFill>
                  <a:schemeClr val="bg1"/>
                </a:solidFill>
              </a:rPr>
              <a:t>기말과제 관련 특별 개발포인트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F6304FF-B82E-0651-3077-600BC43A6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8995" y="3325920"/>
            <a:ext cx="8314005" cy="2650336"/>
          </a:xfrm>
        </p:spPr>
        <p:txBody>
          <a:bodyPr>
            <a:norm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</a:rPr>
              <a:t>202439437 GANGABRIEL</a:t>
            </a:r>
          </a:p>
          <a:p>
            <a:pPr algn="ctr"/>
            <a:r>
              <a:rPr lang="ko-KR" altLang="en-US" sz="4400" dirty="0"/>
              <a:t>가천대학교 </a:t>
            </a:r>
            <a:r>
              <a:rPr lang="ko-KR" altLang="en-US" sz="4400" dirty="0" err="1"/>
              <a:t>고급웹프로그래밍</a:t>
            </a:r>
            <a:endParaRPr lang="en-US" altLang="ko-KR" sz="4400" dirty="0"/>
          </a:p>
          <a:p>
            <a:pPr algn="ctr"/>
            <a:r>
              <a:rPr lang="en-US" altLang="ko-KR" sz="4400" dirty="0"/>
              <a:t>2025</a:t>
            </a:r>
            <a:r>
              <a:rPr lang="ko-KR" altLang="en-US" sz="4400" dirty="0"/>
              <a:t>년 </a:t>
            </a:r>
            <a:r>
              <a:rPr lang="en-US" altLang="ko-KR" sz="4400" dirty="0"/>
              <a:t>12</a:t>
            </a:r>
            <a:r>
              <a:rPr lang="ko-KR" altLang="en-US" sz="4400" dirty="0"/>
              <a:t>월 </a:t>
            </a:r>
            <a:r>
              <a:rPr lang="en-US" altLang="ko-KR" sz="4400" dirty="0"/>
              <a:t>20</a:t>
            </a:r>
            <a:r>
              <a:rPr lang="ko-KR" altLang="en-US" sz="4400" dirty="0"/>
              <a:t>일 </a:t>
            </a:r>
            <a:r>
              <a:rPr lang="en-US" altLang="ko-KR" sz="4400" dirty="0"/>
              <a:t>19</a:t>
            </a:r>
            <a:r>
              <a:rPr lang="ko-KR" altLang="en-US" sz="4400" dirty="0"/>
              <a:t>시 제출 </a:t>
            </a:r>
          </a:p>
        </p:txBody>
      </p:sp>
    </p:spTree>
    <p:extLst>
      <p:ext uri="{BB962C8B-B14F-4D97-AF65-F5344CB8AC3E}">
        <p14:creationId xmlns:p14="http://schemas.microsoft.com/office/powerpoint/2010/main" val="204151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09A688-8BFA-3777-EC21-3F23202BA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190"/>
            <a:ext cx="10341429" cy="1116811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리덕스의</a:t>
            </a:r>
            <a:r>
              <a:rPr lang="ko-KR" altLang="en-US" dirty="0"/>
              <a:t> </a:t>
            </a:r>
            <a:r>
              <a:rPr lang="en-US" altLang="ko-KR" dirty="0" err="1"/>
              <a:t>PayLoadAction</a:t>
            </a:r>
            <a:r>
              <a:rPr lang="en-US" altLang="ko-KR" dirty="0"/>
              <a:t> </a:t>
            </a:r>
            <a:r>
              <a:rPr lang="ko-KR" altLang="en-US" dirty="0"/>
              <a:t>타입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A46FF8-3BF4-31DC-A9BC-BCA101D45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001"/>
            <a:ext cx="10515600" cy="1116812"/>
          </a:xfrm>
        </p:spPr>
        <p:txBody>
          <a:bodyPr/>
          <a:lstStyle/>
          <a:p>
            <a:r>
              <a:rPr lang="en-US" altLang="ko-KR" dirty="0"/>
              <a:t>import type </a:t>
            </a:r>
            <a:r>
              <a:rPr lang="en-US" altLang="ko-KR" dirty="0" err="1"/>
              <a:t>PayloadAction</a:t>
            </a:r>
            <a:r>
              <a:rPr lang="en-US" altLang="ko-KR" dirty="0"/>
              <a:t>  from "@</a:t>
            </a:r>
            <a:r>
              <a:rPr lang="en-US" altLang="ko-KR" dirty="0" err="1"/>
              <a:t>reduxjs</a:t>
            </a:r>
            <a:r>
              <a:rPr lang="en-US" altLang="ko-KR" dirty="0"/>
              <a:t>/toolkit";</a:t>
            </a:r>
          </a:p>
          <a:p>
            <a:r>
              <a:rPr lang="ko-KR" altLang="en-US" dirty="0"/>
              <a:t>적용할 액션 타입을 미리 지정해준다</a:t>
            </a:r>
            <a:r>
              <a:rPr lang="en-US" altLang="ko-KR" dirty="0"/>
              <a:t>. </a:t>
            </a:r>
            <a:r>
              <a:rPr lang="ko-KR" altLang="en-US" dirty="0"/>
              <a:t>타입이 복잡할 때 유리하다</a:t>
            </a:r>
            <a:r>
              <a:rPr lang="en-US" altLang="ko-KR" dirty="0"/>
              <a:t>. Ex: </a:t>
            </a:r>
            <a:r>
              <a:rPr lang="en-US" altLang="ko-KR" dirty="0" err="1"/>
              <a:t>store.tsx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93B024-B519-FFAC-ADC1-EBBD5A7FB553}"/>
              </a:ext>
            </a:extLst>
          </p:cNvPr>
          <p:cNvSpPr txBox="1"/>
          <p:nvPr/>
        </p:nvSpPr>
        <p:spPr>
          <a:xfrm>
            <a:off x="838200" y="2513812"/>
            <a:ext cx="8991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const </a:t>
            </a:r>
            <a:r>
              <a:rPr lang="en-US" altLang="ko-KR" dirty="0" err="1"/>
              <a:t>themeSlice</a:t>
            </a:r>
            <a:r>
              <a:rPr lang="en-US" altLang="ko-KR" dirty="0"/>
              <a:t> = </a:t>
            </a:r>
            <a:r>
              <a:rPr lang="en-US" altLang="ko-KR" dirty="0" err="1"/>
              <a:t>createSlice</a:t>
            </a:r>
            <a:r>
              <a:rPr lang="en-US" altLang="ko-KR" dirty="0"/>
              <a:t>({</a:t>
            </a:r>
          </a:p>
          <a:p>
            <a:r>
              <a:rPr lang="en-US" altLang="ko-KR" dirty="0"/>
              <a:t>    name: "theme", </a:t>
            </a:r>
          </a:p>
          <a:p>
            <a:r>
              <a:rPr lang="en-US" altLang="ko-KR" dirty="0"/>
              <a:t>    </a:t>
            </a:r>
            <a:r>
              <a:rPr lang="en-US" altLang="ko-KR" dirty="0" err="1"/>
              <a:t>initialState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    reducers: {</a:t>
            </a:r>
          </a:p>
          <a:p>
            <a:r>
              <a:rPr lang="en-US" altLang="ko-KR" dirty="0"/>
              <a:t>        </a:t>
            </a:r>
            <a:r>
              <a:rPr lang="en-US" altLang="ko-KR" dirty="0" err="1"/>
              <a:t>setTheme</a:t>
            </a:r>
            <a:r>
              <a:rPr lang="en-US" altLang="ko-KR" dirty="0"/>
              <a:t>: (state, action: </a:t>
            </a:r>
            <a:r>
              <a:rPr lang="en-US" altLang="ko-KR" dirty="0" err="1"/>
              <a:t>PayloadAction</a:t>
            </a:r>
            <a:r>
              <a:rPr lang="en-US" altLang="ko-KR" dirty="0"/>
              <a:t>&lt;Theme&gt;) =&gt; { //</a:t>
            </a:r>
            <a:r>
              <a:rPr lang="ko-KR" altLang="en-US" dirty="0"/>
              <a:t>타입 지정</a:t>
            </a:r>
            <a:endParaRPr lang="en-US" altLang="ko-KR" dirty="0"/>
          </a:p>
          <a:p>
            <a:r>
              <a:rPr lang="en-US" altLang="ko-KR" dirty="0"/>
              <a:t>            </a:t>
            </a:r>
            <a:r>
              <a:rPr lang="en-US" altLang="ko-KR" dirty="0" err="1"/>
              <a:t>state.value</a:t>
            </a:r>
            <a:r>
              <a:rPr lang="en-US" altLang="ko-KR" dirty="0"/>
              <a:t> = </a:t>
            </a:r>
            <a:r>
              <a:rPr lang="en-US" altLang="ko-KR" dirty="0" err="1"/>
              <a:t>action.payload</a:t>
            </a:r>
            <a:r>
              <a:rPr lang="en-US" altLang="ko-KR" dirty="0"/>
              <a:t>;</a:t>
            </a:r>
          </a:p>
          <a:p>
            <a:r>
              <a:rPr lang="ko-KR" altLang="en-US" dirty="0"/>
              <a:t>            </a:t>
            </a:r>
            <a:r>
              <a:rPr lang="en-US" altLang="ko-KR" dirty="0" err="1"/>
              <a:t>document.documentElement.setAttribute</a:t>
            </a:r>
            <a:r>
              <a:rPr lang="en-US" altLang="ko-KR" dirty="0"/>
              <a:t>("data-bs-theme", </a:t>
            </a:r>
            <a:r>
              <a:rPr lang="en-US" altLang="ko-KR" dirty="0" err="1"/>
              <a:t>action.payload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        },</a:t>
            </a:r>
          </a:p>
          <a:p>
            <a:r>
              <a:rPr lang="en-US" altLang="ko-KR" dirty="0"/>
              <a:t>    },</a:t>
            </a:r>
          </a:p>
          <a:p>
            <a:r>
              <a:rPr lang="en-US" altLang="ko-KR" dirty="0"/>
              <a:t>});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3891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B243A-24B8-1811-B614-DAF4283A8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1552"/>
            <a:ext cx="10515600" cy="1116811"/>
          </a:xfrm>
        </p:spPr>
        <p:txBody>
          <a:bodyPr/>
          <a:lstStyle/>
          <a:p>
            <a:r>
              <a:rPr lang="en-US" altLang="ko-KR" dirty="0" err="1"/>
              <a:t>Light.tsx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2F6116-F61A-5DED-0BEF-7912221B4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7172"/>
            <a:ext cx="10515600" cy="1724147"/>
          </a:xfrm>
        </p:spPr>
        <p:txBody>
          <a:bodyPr/>
          <a:lstStyle/>
          <a:p>
            <a:r>
              <a:rPr lang="ko-KR" altLang="en-US" dirty="0"/>
              <a:t>페이지의 밝기 테마를 바꿀 수 있는 기능을 제공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Content.tsx</a:t>
            </a:r>
            <a:r>
              <a:rPr lang="en-US" altLang="ko-KR" dirty="0"/>
              <a:t> </a:t>
            </a:r>
            <a:r>
              <a:rPr lang="ko-KR" altLang="en-US" dirty="0"/>
              <a:t>파일에 넣었다</a:t>
            </a:r>
            <a:endParaRPr lang="en-US" altLang="ko-KR" dirty="0"/>
          </a:p>
          <a:p>
            <a:r>
              <a:rPr lang="ko-KR" altLang="en-US" dirty="0"/>
              <a:t>홈페이지에서 다른 페이지로 이동할 때 밝기를 기억하기 위해 </a:t>
            </a:r>
            <a:r>
              <a:rPr lang="en-US" altLang="ko-KR" dirty="0" err="1"/>
              <a:t>main.tsx</a:t>
            </a:r>
            <a:r>
              <a:rPr lang="ko-KR" altLang="en-US" dirty="0"/>
              <a:t>에 </a:t>
            </a:r>
            <a:r>
              <a:rPr lang="en-US" altLang="ko-KR" dirty="0" err="1"/>
              <a:t>PersistGate</a:t>
            </a:r>
            <a:r>
              <a:rPr lang="ko-KR" altLang="en-US" dirty="0"/>
              <a:t>를 추가한다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D7F35-4064-AE84-FED9-5BA6B3C3E6F0}"/>
              </a:ext>
            </a:extLst>
          </p:cNvPr>
          <p:cNvSpPr txBox="1"/>
          <p:nvPr/>
        </p:nvSpPr>
        <p:spPr>
          <a:xfrm>
            <a:off x="838200" y="3141319"/>
            <a:ext cx="125943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ReactDOM.createRoot</a:t>
            </a:r>
            <a:r>
              <a:rPr lang="en-US" altLang="ko-KR" dirty="0"/>
              <a:t>(</a:t>
            </a:r>
            <a:r>
              <a:rPr lang="en-US" altLang="ko-KR" dirty="0" err="1"/>
              <a:t>document.getElementById</a:t>
            </a:r>
            <a:r>
              <a:rPr lang="en-US" altLang="ko-KR" dirty="0"/>
              <a:t>("root")!).render(</a:t>
            </a:r>
          </a:p>
          <a:p>
            <a:r>
              <a:rPr lang="en-US" altLang="ko-KR" dirty="0"/>
              <a:t>  &lt;</a:t>
            </a:r>
            <a:r>
              <a:rPr lang="en-US" altLang="ko-KR" dirty="0" err="1"/>
              <a:t>StrictMode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    &lt;Provider store = {store}&gt;</a:t>
            </a:r>
          </a:p>
          <a:p>
            <a:r>
              <a:rPr lang="en-US" altLang="ko-KR" dirty="0"/>
              <a:t>    &lt;</a:t>
            </a:r>
            <a:r>
              <a:rPr lang="en-US" altLang="ko-KR" dirty="0" err="1"/>
              <a:t>PersistGate</a:t>
            </a:r>
            <a:r>
              <a:rPr lang="en-US" altLang="ko-KR" dirty="0"/>
              <a:t> loading={null} </a:t>
            </a:r>
            <a:r>
              <a:rPr lang="en-US" altLang="ko-KR" dirty="0" err="1"/>
              <a:t>persistor</a:t>
            </a:r>
            <a:r>
              <a:rPr lang="en-US" altLang="ko-KR" dirty="0"/>
              <a:t>={</a:t>
            </a:r>
            <a:r>
              <a:rPr lang="en-US" altLang="ko-KR" dirty="0" err="1"/>
              <a:t>persistor</a:t>
            </a:r>
            <a:r>
              <a:rPr lang="en-US" altLang="ko-KR" dirty="0"/>
              <a:t>}&gt;{/*</a:t>
            </a:r>
            <a:r>
              <a:rPr lang="ko-KR" altLang="en-US" dirty="0"/>
              <a:t>다른 페이지 갈 때 밝기를 기억해낸다*</a:t>
            </a:r>
            <a:r>
              <a:rPr lang="en-US" altLang="ko-KR" dirty="0"/>
              <a:t>/}</a:t>
            </a:r>
            <a:endParaRPr lang="ko-KR" altLang="en-US" dirty="0"/>
          </a:p>
          <a:p>
            <a:r>
              <a:rPr lang="ko-KR" altLang="en-US" dirty="0"/>
              <a:t>    </a:t>
            </a:r>
            <a:r>
              <a:rPr lang="en-US" altLang="ko-KR" dirty="0"/>
              <a:t>&lt;</a:t>
            </a:r>
            <a:r>
              <a:rPr lang="en-US" altLang="ko-KR" dirty="0" err="1"/>
              <a:t>BrowserRouter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    &lt;App /&gt;</a:t>
            </a:r>
          </a:p>
          <a:p>
            <a:r>
              <a:rPr lang="en-US" altLang="ko-KR" dirty="0"/>
              <a:t>    &lt;/</a:t>
            </a:r>
            <a:r>
              <a:rPr lang="en-US" altLang="ko-KR" dirty="0" err="1"/>
              <a:t>BrowserRouter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    &lt;/</a:t>
            </a:r>
            <a:r>
              <a:rPr lang="en-US" altLang="ko-KR" dirty="0" err="1"/>
              <a:t>PersistGate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    &lt;/Provider&gt;</a:t>
            </a:r>
          </a:p>
          <a:p>
            <a:r>
              <a:rPr lang="en-US" altLang="ko-KR" dirty="0"/>
              <a:t>    &lt;/</a:t>
            </a:r>
            <a:r>
              <a:rPr lang="en-US" altLang="ko-KR" dirty="0" err="1"/>
              <a:t>StrictMode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8922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30CAC-9365-93F7-0937-64056505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Light.tsx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65745B-F4DA-B876-559A-87D302BF8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1469"/>
            <a:ext cx="10515600" cy="754883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페이지에서 홈페이지로 이동할 때</a:t>
            </a:r>
            <a:r>
              <a:rPr lang="en-US" altLang="ko-KR" dirty="0"/>
              <a:t>, </a:t>
            </a:r>
            <a:r>
              <a:rPr lang="ko-KR" altLang="en-US" dirty="0"/>
              <a:t>또는 페이지를 </a:t>
            </a:r>
            <a:r>
              <a:rPr lang="ko-KR" altLang="en-US" dirty="0" err="1"/>
              <a:t>새로고침할</a:t>
            </a:r>
            <a:r>
              <a:rPr lang="ko-KR" altLang="en-US" dirty="0"/>
              <a:t> 때 </a:t>
            </a:r>
            <a:r>
              <a:rPr lang="ko-KR" altLang="en-US" dirty="0" err="1"/>
              <a:t>재랜더링</a:t>
            </a:r>
            <a:r>
              <a:rPr lang="ko-KR" altLang="en-US" dirty="0"/>
              <a:t> 전에 밝기 값을 기억하기 위해 </a:t>
            </a:r>
            <a:r>
              <a:rPr lang="en-US" altLang="ko-KR" dirty="0" err="1"/>
              <a:t>localStorage.getItem</a:t>
            </a:r>
            <a:r>
              <a:rPr lang="en-US" altLang="ko-KR" dirty="0"/>
              <a:t>("</a:t>
            </a:r>
            <a:r>
              <a:rPr lang="en-US" altLang="ko-KR" dirty="0" err="1"/>
              <a:t>persist:root</a:t>
            </a:r>
            <a:r>
              <a:rPr lang="en-US" altLang="ko-KR" dirty="0"/>
              <a:t>");</a:t>
            </a:r>
            <a:r>
              <a:rPr lang="ko-KR" altLang="en-US" dirty="0"/>
              <a:t>를 </a:t>
            </a:r>
            <a:r>
              <a:rPr lang="en-US" altLang="ko-KR" dirty="0" err="1"/>
              <a:t>Content.tsx</a:t>
            </a:r>
            <a:r>
              <a:rPr lang="en-US" altLang="ko-KR" dirty="0"/>
              <a:t> </a:t>
            </a:r>
            <a:r>
              <a:rPr lang="ko-KR" altLang="en-US" dirty="0"/>
              <a:t>파일에 추가했다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70C62-B088-FDCF-A9F8-A9E6D2717B40}"/>
              </a:ext>
            </a:extLst>
          </p:cNvPr>
          <p:cNvSpPr txBox="1"/>
          <p:nvPr/>
        </p:nvSpPr>
        <p:spPr>
          <a:xfrm>
            <a:off x="838200" y="2816352"/>
            <a:ext cx="102900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const </a:t>
            </a:r>
            <a:r>
              <a:rPr lang="en-US" altLang="ko-KR" dirty="0" err="1"/>
              <a:t>savedState</a:t>
            </a:r>
            <a:r>
              <a:rPr lang="en-US" altLang="ko-KR" dirty="0"/>
              <a:t> = </a:t>
            </a:r>
            <a:r>
              <a:rPr lang="en-US" altLang="ko-KR" dirty="0" err="1"/>
              <a:t>localStorage.getItem</a:t>
            </a:r>
            <a:r>
              <a:rPr lang="en-US" altLang="ko-KR" dirty="0"/>
              <a:t>("</a:t>
            </a:r>
            <a:r>
              <a:rPr lang="en-US" altLang="ko-KR" dirty="0" err="1"/>
              <a:t>persist:root</a:t>
            </a:r>
            <a:r>
              <a:rPr lang="en-US" altLang="ko-KR" dirty="0"/>
              <a:t>"); //</a:t>
            </a:r>
            <a:r>
              <a:rPr lang="ko-KR" altLang="en-US" dirty="0"/>
              <a:t>홈페이지 갈 때 </a:t>
            </a:r>
            <a:r>
              <a:rPr lang="ko-KR" altLang="en-US" dirty="0" err="1"/>
              <a:t>재렌더링되기</a:t>
            </a:r>
            <a:r>
              <a:rPr lang="ko-KR" altLang="en-US" dirty="0"/>
              <a:t> 때문에 </a:t>
            </a:r>
          </a:p>
          <a:p>
            <a:r>
              <a:rPr lang="en-US" altLang="ko-KR" dirty="0"/>
              <a:t>if (</a:t>
            </a:r>
            <a:r>
              <a:rPr lang="en-US" altLang="ko-KR" dirty="0" err="1"/>
              <a:t>savedState</a:t>
            </a:r>
            <a:r>
              <a:rPr lang="en-US" altLang="ko-KR" dirty="0"/>
              <a:t>) {                                        //</a:t>
            </a:r>
            <a:r>
              <a:rPr lang="ko-KR" altLang="en-US" dirty="0"/>
              <a:t>최근에 사용한 밝기 테마를 기억해낸다</a:t>
            </a:r>
          </a:p>
          <a:p>
            <a:r>
              <a:rPr lang="ko-KR" altLang="en-US" dirty="0"/>
              <a:t>  </a:t>
            </a:r>
            <a:r>
              <a:rPr lang="en-US" altLang="ko-KR" dirty="0"/>
              <a:t>try {</a:t>
            </a:r>
          </a:p>
          <a:p>
            <a:r>
              <a:rPr lang="en-US" altLang="ko-KR" dirty="0"/>
              <a:t>    const parsed = </a:t>
            </a:r>
            <a:r>
              <a:rPr lang="en-US" altLang="ko-KR" dirty="0" err="1"/>
              <a:t>JSON.parse</a:t>
            </a:r>
            <a:r>
              <a:rPr lang="en-US" altLang="ko-KR" dirty="0"/>
              <a:t>(</a:t>
            </a:r>
            <a:r>
              <a:rPr lang="en-US" altLang="ko-KR" dirty="0" err="1"/>
              <a:t>savedState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    const theme = </a:t>
            </a:r>
            <a:r>
              <a:rPr lang="en-US" altLang="ko-KR" dirty="0" err="1"/>
              <a:t>JSON.parse</a:t>
            </a:r>
            <a:r>
              <a:rPr lang="en-US" altLang="ko-KR" dirty="0"/>
              <a:t>(</a:t>
            </a:r>
            <a:r>
              <a:rPr lang="en-US" altLang="ko-KR" dirty="0" err="1"/>
              <a:t>parsed.theme</a:t>
            </a:r>
            <a:r>
              <a:rPr lang="en-US" altLang="ko-KR" dirty="0"/>
              <a:t>)?.value;</a:t>
            </a:r>
          </a:p>
          <a:p>
            <a:r>
              <a:rPr lang="en-US" altLang="ko-KR" dirty="0"/>
              <a:t>    if (theme) {</a:t>
            </a:r>
          </a:p>
          <a:p>
            <a:r>
              <a:rPr lang="en-US" altLang="ko-KR" dirty="0"/>
              <a:t>      </a:t>
            </a:r>
            <a:r>
              <a:rPr lang="en-US" altLang="ko-KR" dirty="0" err="1"/>
              <a:t>document.documentElement.setAttribute</a:t>
            </a:r>
            <a:r>
              <a:rPr lang="en-US" altLang="ko-KR" dirty="0"/>
              <a:t>("data-bs-theme", theme);</a:t>
            </a:r>
          </a:p>
          <a:p>
            <a:r>
              <a:rPr lang="en-US" altLang="ko-KR" dirty="0"/>
              <a:t>      }</a:t>
            </a:r>
          </a:p>
          <a:p>
            <a:r>
              <a:rPr lang="en-US" altLang="ko-KR" dirty="0"/>
              <a:t>      } catch (e) {</a:t>
            </a:r>
          </a:p>
          <a:p>
            <a:r>
              <a:rPr lang="en-US" altLang="ko-KR" dirty="0"/>
              <a:t>        </a:t>
            </a:r>
            <a:r>
              <a:rPr lang="en-US" altLang="ko-KR" dirty="0" err="1"/>
              <a:t>console.error</a:t>
            </a:r>
            <a:r>
              <a:rPr lang="en-US" altLang="ko-KR" dirty="0"/>
              <a:t>("Failed to parse persisted theme", e);</a:t>
            </a:r>
          </a:p>
          <a:p>
            <a:r>
              <a:rPr lang="en-US" altLang="ko-KR" dirty="0"/>
              <a:t>        }</a:t>
            </a:r>
          </a:p>
          <a:p>
            <a:r>
              <a:rPr lang="en-US" altLang="ko-KR" dirty="0"/>
              <a:t>  }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508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33A0E1-2426-8906-6996-722E632FF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137" y="0"/>
            <a:ext cx="10515600" cy="1116811"/>
          </a:xfrm>
        </p:spPr>
        <p:txBody>
          <a:bodyPr/>
          <a:lstStyle/>
          <a:p>
            <a:r>
              <a:rPr lang="en-US" altLang="ko-KR" dirty="0" err="1"/>
              <a:t>Store.tsx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1FA00-D351-2B02-0B16-67453CAF5F52}"/>
              </a:ext>
            </a:extLst>
          </p:cNvPr>
          <p:cNvSpPr txBox="1"/>
          <p:nvPr/>
        </p:nvSpPr>
        <p:spPr>
          <a:xfrm>
            <a:off x="847344" y="1166842"/>
            <a:ext cx="43464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//…..stock</a:t>
            </a:r>
            <a:r>
              <a:rPr lang="ko-KR" altLang="en-US" dirty="0"/>
              <a:t>과 </a:t>
            </a:r>
            <a:r>
              <a:rPr lang="en-US" altLang="ko-KR" dirty="0"/>
              <a:t>cart3 </a:t>
            </a:r>
            <a:r>
              <a:rPr lang="en-US" altLang="ko-KR" dirty="0" err="1"/>
              <a:t>createSlice</a:t>
            </a:r>
            <a:r>
              <a:rPr lang="en-US" altLang="ko-KR" dirty="0"/>
              <a:t> </a:t>
            </a:r>
            <a:r>
              <a:rPr lang="ko-KR" altLang="en-US" dirty="0"/>
              <a:t>코드</a:t>
            </a:r>
            <a:r>
              <a:rPr lang="en-US" altLang="ko-KR" dirty="0"/>
              <a:t>------</a:t>
            </a:r>
          </a:p>
          <a:p>
            <a:r>
              <a:rPr lang="en-US" altLang="ko-KR" dirty="0"/>
              <a:t>//------</a:t>
            </a:r>
          </a:p>
          <a:p>
            <a:endParaRPr lang="en-US" altLang="ko-KR" dirty="0"/>
          </a:p>
          <a:p>
            <a:r>
              <a:rPr lang="en-US" altLang="ko-KR" dirty="0"/>
              <a:t>export type Theme = "light" | "dark" | "auto";</a:t>
            </a:r>
          </a:p>
          <a:p>
            <a:endParaRPr lang="en-US" altLang="ko-KR" dirty="0"/>
          </a:p>
          <a:p>
            <a:r>
              <a:rPr lang="en-US" altLang="ko-KR" dirty="0"/>
              <a:t>interface </a:t>
            </a:r>
            <a:r>
              <a:rPr lang="en-US" altLang="ko-KR" dirty="0" err="1"/>
              <a:t>ThemeState</a:t>
            </a:r>
            <a:r>
              <a:rPr lang="en-US" altLang="ko-KR" dirty="0"/>
              <a:t> {</a:t>
            </a:r>
          </a:p>
          <a:p>
            <a:r>
              <a:rPr lang="en-US" altLang="ko-KR" dirty="0"/>
              <a:t>  value: Theme;</a:t>
            </a:r>
          </a:p>
          <a:p>
            <a:r>
              <a:rPr lang="en-US" altLang="ko-KR" dirty="0"/>
              <a:t>}</a:t>
            </a:r>
          </a:p>
          <a:p>
            <a:endParaRPr lang="en-US" altLang="ko-KR" dirty="0"/>
          </a:p>
          <a:p>
            <a:r>
              <a:rPr lang="en-US" altLang="ko-KR" dirty="0"/>
              <a:t>const </a:t>
            </a:r>
            <a:r>
              <a:rPr lang="en-US" altLang="ko-KR" dirty="0" err="1"/>
              <a:t>initialState</a:t>
            </a:r>
            <a:r>
              <a:rPr lang="en-US" altLang="ko-KR" dirty="0"/>
              <a:t>: </a:t>
            </a:r>
            <a:r>
              <a:rPr lang="en-US" altLang="ko-KR" dirty="0" err="1"/>
              <a:t>ThemeState</a:t>
            </a:r>
            <a:r>
              <a:rPr lang="en-US" altLang="ko-KR" dirty="0"/>
              <a:t> = { </a:t>
            </a:r>
          </a:p>
          <a:p>
            <a:r>
              <a:rPr lang="en-US" altLang="ko-KR" dirty="0"/>
              <a:t>    value: "auto",</a:t>
            </a:r>
          </a:p>
          <a:p>
            <a:r>
              <a:rPr lang="en-US" altLang="ko-KR" dirty="0"/>
              <a:t> };</a:t>
            </a:r>
          </a:p>
          <a:p>
            <a:endParaRPr lang="en-US" altLang="ko-KR" dirty="0"/>
          </a:p>
          <a:p>
            <a:br>
              <a:rPr lang="ko-KR" altLang="en-US" dirty="0"/>
            </a:br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9FE0F4-924B-ED9B-AEAA-44AD28029628}"/>
              </a:ext>
            </a:extLst>
          </p:cNvPr>
          <p:cNvSpPr txBox="1"/>
          <p:nvPr/>
        </p:nvSpPr>
        <p:spPr>
          <a:xfrm>
            <a:off x="6227064" y="73152"/>
            <a:ext cx="536448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en-US" altLang="ko-KR" dirty="0"/>
              <a:t>const </a:t>
            </a:r>
            <a:r>
              <a:rPr lang="en-US" altLang="ko-KR" dirty="0" err="1"/>
              <a:t>themeSlice</a:t>
            </a:r>
            <a:r>
              <a:rPr lang="en-US" altLang="ko-KR" dirty="0"/>
              <a:t> = </a:t>
            </a:r>
            <a:r>
              <a:rPr lang="en-US" altLang="ko-KR" dirty="0" err="1"/>
              <a:t>createSlice</a:t>
            </a:r>
            <a:r>
              <a:rPr lang="en-US" altLang="ko-KR" dirty="0"/>
              <a:t>({</a:t>
            </a:r>
          </a:p>
          <a:p>
            <a:r>
              <a:rPr lang="en-US" altLang="ko-KR" dirty="0"/>
              <a:t>    name: "theme", </a:t>
            </a:r>
          </a:p>
          <a:p>
            <a:r>
              <a:rPr lang="en-US" altLang="ko-KR" dirty="0"/>
              <a:t>    </a:t>
            </a:r>
            <a:r>
              <a:rPr lang="en-US" altLang="ko-KR" dirty="0" err="1"/>
              <a:t>initialState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    reducers: {</a:t>
            </a:r>
          </a:p>
          <a:p>
            <a:r>
              <a:rPr lang="en-US" altLang="ko-KR" dirty="0"/>
              <a:t>        </a:t>
            </a:r>
            <a:r>
              <a:rPr lang="en-US" altLang="ko-KR" dirty="0" err="1"/>
              <a:t>setTheme</a:t>
            </a:r>
            <a:r>
              <a:rPr lang="en-US" altLang="ko-KR" dirty="0"/>
              <a:t>: (state, action: </a:t>
            </a:r>
            <a:r>
              <a:rPr lang="en-US" altLang="ko-KR" dirty="0" err="1"/>
              <a:t>PayloadAction</a:t>
            </a:r>
            <a:r>
              <a:rPr lang="en-US" altLang="ko-KR" dirty="0"/>
              <a:t>&lt;Theme&gt;) =&gt; {</a:t>
            </a:r>
          </a:p>
          <a:p>
            <a:r>
              <a:rPr lang="en-US" altLang="ko-KR" dirty="0"/>
              <a:t>            </a:t>
            </a:r>
            <a:r>
              <a:rPr lang="en-US" altLang="ko-KR" dirty="0" err="1"/>
              <a:t>state.value</a:t>
            </a:r>
            <a:r>
              <a:rPr lang="en-US" altLang="ko-KR" dirty="0"/>
              <a:t> = </a:t>
            </a:r>
            <a:r>
              <a:rPr lang="en-US" altLang="ko-KR" dirty="0" err="1"/>
              <a:t>action.payload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                    }, //</a:t>
            </a:r>
            <a:r>
              <a:rPr lang="ko-KR" altLang="en-US" dirty="0"/>
              <a:t>글로벌 효과</a:t>
            </a:r>
          </a:p>
          <a:p>
            <a:r>
              <a:rPr lang="ko-KR" altLang="en-US" dirty="0"/>
              <a:t>            </a:t>
            </a:r>
            <a:r>
              <a:rPr lang="en-US" altLang="ko-KR" dirty="0" err="1"/>
              <a:t>document.documentElement.setAttribute</a:t>
            </a:r>
            <a:r>
              <a:rPr lang="en-US" altLang="ko-KR" dirty="0"/>
              <a:t>("data-bs-theme", </a:t>
            </a:r>
            <a:r>
              <a:rPr lang="en-US" altLang="ko-KR" dirty="0" err="1"/>
              <a:t>action.payload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en-US" altLang="ko-KR" dirty="0"/>
              <a:t>    },</a:t>
            </a:r>
          </a:p>
          <a:p>
            <a:r>
              <a:rPr lang="en-US" altLang="ko-KR" dirty="0"/>
              <a:t>});</a:t>
            </a:r>
          </a:p>
          <a:p>
            <a:endParaRPr lang="en-US" altLang="ko-KR" dirty="0"/>
          </a:p>
          <a:p>
            <a:r>
              <a:rPr lang="en-US" altLang="ko-KR" dirty="0"/>
              <a:t>export const { </a:t>
            </a:r>
            <a:r>
              <a:rPr lang="en-US" altLang="ko-KR" dirty="0" err="1"/>
              <a:t>setTheme</a:t>
            </a:r>
            <a:r>
              <a:rPr lang="en-US" altLang="ko-KR" dirty="0"/>
              <a:t> } = </a:t>
            </a:r>
            <a:r>
              <a:rPr lang="en-US" altLang="ko-KR" dirty="0" err="1"/>
              <a:t>themeSlice.actions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export const { </a:t>
            </a:r>
            <a:r>
              <a:rPr lang="en-US" altLang="ko-KR" dirty="0" err="1"/>
              <a:t>changeStock</a:t>
            </a:r>
            <a:r>
              <a:rPr lang="en-US" altLang="ko-KR" dirty="0"/>
              <a:t> } = </a:t>
            </a:r>
            <a:r>
              <a:rPr lang="en-US" altLang="ko-KR" dirty="0" err="1"/>
              <a:t>stock.actions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export const {</a:t>
            </a:r>
            <a:r>
              <a:rPr lang="en-US" altLang="ko-KR" dirty="0" err="1"/>
              <a:t>plusCount,minusCount,addItem,resetCart</a:t>
            </a:r>
            <a:r>
              <a:rPr lang="en-US" altLang="ko-KR" dirty="0"/>
              <a:t>} = cart2.actions;</a:t>
            </a:r>
          </a:p>
          <a:p>
            <a:br>
              <a:rPr lang="en-US" altLang="ko-KR" dirty="0"/>
            </a:b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39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14EE2-ECB3-9D8B-92BC-5B7E2E307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078"/>
            <a:ext cx="10515600" cy="1116811"/>
          </a:xfrm>
        </p:spPr>
        <p:txBody>
          <a:bodyPr/>
          <a:lstStyle/>
          <a:p>
            <a:r>
              <a:rPr lang="en-US" altLang="ko-KR" dirty="0" err="1"/>
              <a:t>Store.tsx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5B1C70-C86B-2678-2CD1-DEE6DCF3BDA8}"/>
              </a:ext>
            </a:extLst>
          </p:cNvPr>
          <p:cNvSpPr txBox="1"/>
          <p:nvPr/>
        </p:nvSpPr>
        <p:spPr>
          <a:xfrm>
            <a:off x="838200" y="1400049"/>
            <a:ext cx="537667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const </a:t>
            </a:r>
            <a:r>
              <a:rPr lang="en-US" altLang="ko-KR" dirty="0" err="1"/>
              <a:t>rootReducer</a:t>
            </a:r>
            <a:r>
              <a:rPr lang="en-US" altLang="ko-KR" dirty="0"/>
              <a:t> = </a:t>
            </a:r>
            <a:r>
              <a:rPr lang="en-US" altLang="ko-KR" dirty="0" err="1"/>
              <a:t>combineReducers</a:t>
            </a:r>
            <a:r>
              <a:rPr lang="en-US" altLang="ko-KR" dirty="0"/>
              <a:t>({</a:t>
            </a:r>
          </a:p>
          <a:p>
            <a:r>
              <a:rPr lang="en-US" altLang="ko-KR" dirty="0"/>
              <a:t>    stock : </a:t>
            </a:r>
            <a:r>
              <a:rPr lang="en-US" altLang="ko-KR" dirty="0" err="1"/>
              <a:t>stock.reducer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    cart3 : cart2.reducer,</a:t>
            </a:r>
          </a:p>
          <a:p>
            <a:r>
              <a:rPr lang="en-US" altLang="ko-KR" dirty="0"/>
              <a:t>    </a:t>
            </a:r>
            <a:r>
              <a:rPr lang="en-US" altLang="ko-KR" dirty="0" err="1"/>
              <a:t>theme:themeSlice.reducer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});</a:t>
            </a:r>
            <a:br>
              <a:rPr lang="en-US" altLang="ko-KR" dirty="0"/>
            </a:br>
            <a:endParaRPr lang="en-US" altLang="ko-KR" dirty="0"/>
          </a:p>
          <a:p>
            <a:r>
              <a:rPr lang="en-US" altLang="ko-KR" dirty="0"/>
              <a:t>const </a:t>
            </a:r>
            <a:r>
              <a:rPr lang="en-US" altLang="ko-KR" dirty="0" err="1"/>
              <a:t>persistConfig</a:t>
            </a:r>
            <a:r>
              <a:rPr lang="en-US" altLang="ko-KR" dirty="0"/>
              <a:t> = {</a:t>
            </a:r>
          </a:p>
          <a:p>
            <a:r>
              <a:rPr lang="en-US" altLang="ko-KR" dirty="0"/>
              <a:t>    key : 'root',</a:t>
            </a:r>
          </a:p>
          <a:p>
            <a:r>
              <a:rPr lang="en-US" altLang="ko-KR" dirty="0"/>
              <a:t>    storage,</a:t>
            </a:r>
          </a:p>
          <a:p>
            <a:r>
              <a:rPr lang="en-US" altLang="ko-KR" dirty="0"/>
              <a:t>};</a:t>
            </a:r>
          </a:p>
          <a:p>
            <a:endParaRPr lang="en-US" altLang="ko-KR" dirty="0"/>
          </a:p>
          <a:p>
            <a:r>
              <a:rPr lang="en-US" altLang="ko-KR" dirty="0"/>
              <a:t>const </a:t>
            </a:r>
            <a:r>
              <a:rPr lang="en-US" altLang="ko-KR" dirty="0" err="1"/>
              <a:t>persistedReducer</a:t>
            </a:r>
            <a:r>
              <a:rPr lang="en-US" altLang="ko-KR" dirty="0"/>
              <a:t> = </a:t>
            </a:r>
            <a:r>
              <a:rPr lang="en-US" altLang="ko-KR" dirty="0" err="1"/>
              <a:t>persistReducer</a:t>
            </a:r>
            <a:r>
              <a:rPr lang="en-US" altLang="ko-KR" dirty="0"/>
              <a:t>(</a:t>
            </a:r>
            <a:r>
              <a:rPr lang="en-US" altLang="ko-KR" dirty="0" err="1"/>
              <a:t>persistConfig</a:t>
            </a:r>
            <a:r>
              <a:rPr lang="en-US" altLang="ko-KR" dirty="0"/>
              <a:t>, </a:t>
            </a:r>
            <a:r>
              <a:rPr lang="en-US" altLang="ko-KR" dirty="0" err="1"/>
              <a:t>rootReducer</a:t>
            </a:r>
            <a:r>
              <a:rPr lang="en-US" altLang="ko-KR" dirty="0"/>
              <a:t>);</a:t>
            </a: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07234A-DE37-FC68-0C3F-57A43708C305}"/>
              </a:ext>
            </a:extLst>
          </p:cNvPr>
          <p:cNvSpPr txBox="1"/>
          <p:nvPr/>
        </p:nvSpPr>
        <p:spPr>
          <a:xfrm>
            <a:off x="6214872" y="429768"/>
            <a:ext cx="48097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export const store = </a:t>
            </a:r>
            <a:r>
              <a:rPr lang="en-US" altLang="ko-KR" dirty="0" err="1"/>
              <a:t>configureStore</a:t>
            </a:r>
            <a:r>
              <a:rPr lang="en-US" altLang="ko-KR" dirty="0"/>
              <a:t>({</a:t>
            </a:r>
          </a:p>
          <a:p>
            <a:r>
              <a:rPr lang="en-US" altLang="ko-KR" dirty="0"/>
              <a:t>    reducer: </a:t>
            </a:r>
            <a:r>
              <a:rPr lang="en-US" altLang="ko-KR" dirty="0" err="1"/>
              <a:t>persistedReducer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        middleware: (</a:t>
            </a:r>
            <a:r>
              <a:rPr lang="en-US" altLang="ko-KR" dirty="0" err="1"/>
              <a:t>getDefaultMiddleware</a:t>
            </a:r>
            <a:r>
              <a:rPr lang="en-US" altLang="ko-KR" dirty="0"/>
              <a:t>) =&gt;</a:t>
            </a:r>
          </a:p>
          <a:p>
            <a:r>
              <a:rPr lang="en-US" altLang="ko-KR" dirty="0"/>
              <a:t>            </a:t>
            </a:r>
            <a:r>
              <a:rPr lang="en-US" altLang="ko-KR" dirty="0" err="1"/>
              <a:t>getDefaultMiddleware</a:t>
            </a:r>
            <a:r>
              <a:rPr lang="en-US" altLang="ko-KR" dirty="0"/>
              <a:t>({</a:t>
            </a:r>
          </a:p>
          <a:p>
            <a:r>
              <a:rPr lang="en-US" altLang="ko-KR" dirty="0"/>
              <a:t>                </a:t>
            </a:r>
            <a:r>
              <a:rPr lang="en-US" altLang="ko-KR" dirty="0" err="1"/>
              <a:t>serializableCheck</a:t>
            </a:r>
            <a:r>
              <a:rPr lang="en-US" altLang="ko-KR" dirty="0"/>
              <a:t>: false,  //redux-persist</a:t>
            </a:r>
            <a:r>
              <a:rPr lang="ko-KR" altLang="en-US" dirty="0"/>
              <a:t>에 필요</a:t>
            </a:r>
          </a:p>
          <a:p>
            <a:r>
              <a:rPr lang="ko-KR" altLang="en-US" dirty="0"/>
              <a:t>            </a:t>
            </a:r>
            <a:r>
              <a:rPr lang="en-US" altLang="ko-KR" dirty="0"/>
              <a:t>}),</a:t>
            </a:r>
          </a:p>
          <a:p>
            <a:r>
              <a:rPr lang="en-US" altLang="ko-KR" dirty="0"/>
              <a:t>        });</a:t>
            </a:r>
          </a:p>
          <a:p>
            <a:endParaRPr lang="en-US" altLang="ko-KR" dirty="0"/>
          </a:p>
          <a:p>
            <a:r>
              <a:rPr lang="en-US" altLang="ko-KR" dirty="0"/>
              <a:t>export const </a:t>
            </a:r>
            <a:r>
              <a:rPr lang="en-US" altLang="ko-KR" dirty="0" err="1"/>
              <a:t>persistor</a:t>
            </a:r>
            <a:r>
              <a:rPr lang="en-US" altLang="ko-KR" dirty="0"/>
              <a:t> = </a:t>
            </a:r>
            <a:r>
              <a:rPr lang="en-US" altLang="ko-KR" dirty="0" err="1"/>
              <a:t>persistStore</a:t>
            </a:r>
            <a:r>
              <a:rPr lang="en-US" altLang="ko-KR" dirty="0"/>
              <a:t>(store);</a:t>
            </a:r>
          </a:p>
          <a:p>
            <a:r>
              <a:rPr lang="en-US" altLang="ko-KR" dirty="0"/>
              <a:t>export type </a:t>
            </a:r>
            <a:r>
              <a:rPr lang="en-US" altLang="ko-KR" dirty="0" err="1"/>
              <a:t>RootState</a:t>
            </a:r>
            <a:r>
              <a:rPr lang="en-US" altLang="ko-KR" dirty="0"/>
              <a:t> = </a:t>
            </a:r>
            <a:r>
              <a:rPr lang="en-US" altLang="ko-KR" dirty="0" err="1"/>
              <a:t>ReturnType</a:t>
            </a:r>
            <a:r>
              <a:rPr lang="en-US" altLang="ko-KR" dirty="0"/>
              <a:t>&lt;</a:t>
            </a:r>
            <a:r>
              <a:rPr lang="en-US" altLang="ko-KR" dirty="0" err="1"/>
              <a:t>typeof</a:t>
            </a:r>
            <a:r>
              <a:rPr lang="en-US" altLang="ko-KR" dirty="0"/>
              <a:t> </a:t>
            </a:r>
            <a:r>
              <a:rPr lang="en-US" altLang="ko-KR" dirty="0" err="1"/>
              <a:t>store.getState</a:t>
            </a:r>
            <a:r>
              <a:rPr lang="en-US" altLang="ko-KR" dirty="0"/>
              <a:t>&gt;; //state </a:t>
            </a:r>
            <a:r>
              <a:rPr lang="ko-KR" altLang="en-US" dirty="0"/>
              <a:t>타입 지정</a:t>
            </a:r>
          </a:p>
          <a:p>
            <a:r>
              <a:rPr lang="en-US" altLang="ko-KR" dirty="0"/>
              <a:t>export type </a:t>
            </a:r>
            <a:r>
              <a:rPr lang="en-US" altLang="ko-KR" dirty="0" err="1"/>
              <a:t>AppDispatch</a:t>
            </a:r>
            <a:r>
              <a:rPr lang="en-US" altLang="ko-KR" dirty="0"/>
              <a:t> = </a:t>
            </a:r>
            <a:r>
              <a:rPr lang="en-US" altLang="ko-KR" dirty="0" err="1"/>
              <a:t>typeof</a:t>
            </a:r>
            <a:r>
              <a:rPr lang="en-US" altLang="ko-KR" dirty="0"/>
              <a:t> </a:t>
            </a:r>
            <a:r>
              <a:rPr lang="en-US" altLang="ko-KR" dirty="0" err="1"/>
              <a:t>store.dispatch</a:t>
            </a:r>
            <a:r>
              <a:rPr lang="en-US" altLang="ko-KR" dirty="0"/>
              <a:t>; //Dispatch </a:t>
            </a:r>
            <a:r>
              <a:rPr lang="ko-KR" altLang="en-US" dirty="0"/>
              <a:t>타입 지정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0197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6EAD94-4B37-949E-59B4-B6B795718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" y="453872"/>
            <a:ext cx="12141824" cy="595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14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PC 게임, 디지털 합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34D771-1CF0-BEC6-56B1-CF6381EAC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" y="447522"/>
            <a:ext cx="12141824" cy="596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79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텍스트, 스크린샷,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BB1314-8F9D-883C-F512-83A8C519F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" y="437996"/>
            <a:ext cx="12154525" cy="59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20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6C35D-C908-412B-2C62-6142A83B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09B352-B271-A801-1010-BFE6183D4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40CAF1-EDEB-E6B4-B26F-28983E69A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2" y="444346"/>
            <a:ext cx="12173576" cy="5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62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3870A4-BCE2-803E-BA28-C33D209C8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CD2894-1352-7F3C-B7C9-16D2D9731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0048A1-0387-C7ED-8473-162EF134F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" y="437996"/>
            <a:ext cx="12141824" cy="598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55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BF298-56C9-9EDB-E530-F9876EBB3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626515-970E-13E6-7D62-3BB9277EB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548C2B-9E1D-150E-BFD0-B4FF21997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2" y="444346"/>
            <a:ext cx="12160875" cy="596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08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4E801-C5AD-9007-DFEC-28ABCD41E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721"/>
            <a:ext cx="10515600" cy="1116811"/>
          </a:xfrm>
        </p:spPr>
        <p:txBody>
          <a:bodyPr/>
          <a:lstStyle/>
          <a:p>
            <a:r>
              <a:rPr lang="en-US" altLang="ko-KR" dirty="0" err="1"/>
              <a:t>Carousel.tsx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BAF249-FA76-5339-A87D-2ECE7FE95E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034"/>
            <a:ext cx="10515600" cy="923469"/>
          </a:xfrm>
        </p:spPr>
        <p:txBody>
          <a:bodyPr/>
          <a:lstStyle/>
          <a:p>
            <a:r>
              <a:rPr lang="en-US" altLang="ko-KR" dirty="0"/>
              <a:t>../data/</a:t>
            </a:r>
            <a:r>
              <a:rPr lang="en-US" altLang="ko-KR" dirty="0" err="1"/>
              <a:t>AlbumData</a:t>
            </a:r>
            <a:r>
              <a:rPr lang="ko-KR" altLang="en-US" dirty="0"/>
              <a:t>에 있는 </a:t>
            </a:r>
            <a:r>
              <a:rPr lang="en-US" altLang="ko-KR" dirty="0"/>
              <a:t>Monster </a:t>
            </a:r>
            <a:r>
              <a:rPr lang="ko-KR" altLang="en-US" dirty="0"/>
              <a:t>데이터 세트를 가지고 와서 이중에 </a:t>
            </a:r>
            <a:r>
              <a:rPr lang="en-US" altLang="ko-KR" dirty="0"/>
              <a:t>5</a:t>
            </a:r>
            <a:r>
              <a:rPr lang="ko-KR" altLang="en-US" dirty="0"/>
              <a:t>개를 랜덤으로 뽑고 배열을 만드는 코드를 추가했다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60CE0A-BCA6-14D6-54E6-870119D67A97}"/>
              </a:ext>
            </a:extLst>
          </p:cNvPr>
          <p:cNvSpPr txBox="1"/>
          <p:nvPr/>
        </p:nvSpPr>
        <p:spPr>
          <a:xfrm>
            <a:off x="1103586" y="2329339"/>
            <a:ext cx="109412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 </a:t>
            </a:r>
            <a:r>
              <a:rPr lang="en-US" altLang="ko-KR" dirty="0"/>
              <a:t>//</a:t>
            </a:r>
            <a:r>
              <a:rPr lang="ko-KR" altLang="en-US" dirty="0"/>
              <a:t>배열</a:t>
            </a:r>
            <a:r>
              <a:rPr lang="en-US" altLang="ko-KR" dirty="0"/>
              <a:t>(</a:t>
            </a:r>
            <a:r>
              <a:rPr lang="ko-KR" altLang="en-US" dirty="0" err="1"/>
              <a:t>몬스터들</a:t>
            </a:r>
            <a:r>
              <a:rPr lang="ko-KR" altLang="en-US" dirty="0"/>
              <a:t> 데이터세트</a:t>
            </a:r>
            <a:r>
              <a:rPr lang="en-US" altLang="ko-KR" dirty="0"/>
              <a:t>) </a:t>
            </a:r>
            <a:r>
              <a:rPr lang="ko-KR" altLang="en-US" dirty="0"/>
              <a:t>섞어서 </a:t>
            </a:r>
            <a:r>
              <a:rPr lang="en-US" altLang="ko-KR" dirty="0"/>
              <a:t>5</a:t>
            </a:r>
            <a:r>
              <a:rPr lang="ko-KR" altLang="en-US" dirty="0"/>
              <a:t>개 랜덤 뽑기</a:t>
            </a:r>
          </a:p>
          <a:p>
            <a:r>
              <a:rPr lang="en-US" altLang="ko-KR" dirty="0"/>
              <a:t>function </a:t>
            </a:r>
            <a:r>
              <a:rPr lang="en-US" altLang="ko-KR" dirty="0" err="1"/>
              <a:t>getRandomDataSets</a:t>
            </a:r>
            <a:r>
              <a:rPr lang="en-US" altLang="ko-KR" dirty="0"/>
              <a:t>&lt;T&gt;(array: T[], count: number): T[] {</a:t>
            </a:r>
          </a:p>
          <a:p>
            <a:r>
              <a:rPr lang="en-US" altLang="ko-KR" dirty="0"/>
              <a:t>  if (count &gt; </a:t>
            </a:r>
            <a:r>
              <a:rPr lang="en-US" altLang="ko-KR" dirty="0" err="1"/>
              <a:t>array.length</a:t>
            </a:r>
            <a:r>
              <a:rPr lang="en-US" altLang="ko-KR" dirty="0"/>
              <a:t>) {</a:t>
            </a:r>
          </a:p>
          <a:p>
            <a:r>
              <a:rPr lang="en-US" altLang="ko-KR" dirty="0"/>
              <a:t>    throw new Error("Count exceeds array length");</a:t>
            </a:r>
          </a:p>
          <a:p>
            <a:r>
              <a:rPr lang="en-US" altLang="ko-KR" dirty="0"/>
              <a:t>  }</a:t>
            </a:r>
          </a:p>
          <a:p>
            <a:r>
              <a:rPr lang="en-US" altLang="ko-KR" dirty="0"/>
              <a:t>  const shuffled = [...array].sort(() =&gt; 0.5 - </a:t>
            </a:r>
            <a:r>
              <a:rPr lang="en-US" altLang="ko-KR" dirty="0" err="1"/>
              <a:t>Math.random</a:t>
            </a:r>
            <a:r>
              <a:rPr lang="en-US" altLang="ko-KR" dirty="0"/>
              <a:t>());</a:t>
            </a:r>
          </a:p>
          <a:p>
            <a:r>
              <a:rPr lang="en-US" altLang="ko-KR" dirty="0"/>
              <a:t>  return </a:t>
            </a:r>
            <a:r>
              <a:rPr lang="en-US" altLang="ko-KR" dirty="0" err="1"/>
              <a:t>shuffled.slice</a:t>
            </a:r>
            <a:r>
              <a:rPr lang="en-US" altLang="ko-KR" dirty="0"/>
              <a:t>(0, count);</a:t>
            </a:r>
          </a:p>
          <a:p>
            <a:r>
              <a:rPr lang="en-US" altLang="ko-KR" dirty="0"/>
              <a:t>}</a:t>
            </a:r>
          </a:p>
          <a:p>
            <a:r>
              <a:rPr lang="en-US" altLang="ko-KR" dirty="0"/>
              <a:t>const </a:t>
            </a:r>
            <a:r>
              <a:rPr lang="en-US" altLang="ko-KR" dirty="0" err="1"/>
              <a:t>MyCarousel</a:t>
            </a:r>
            <a:r>
              <a:rPr lang="en-US" altLang="ko-KR" dirty="0"/>
              <a:t>: </a:t>
            </a:r>
            <a:r>
              <a:rPr lang="en-US" altLang="ko-KR" dirty="0" err="1"/>
              <a:t>React.FC</a:t>
            </a:r>
            <a:r>
              <a:rPr lang="en-US" altLang="ko-KR" dirty="0"/>
              <a:t>&lt;</a:t>
            </a:r>
            <a:r>
              <a:rPr lang="en-US" altLang="ko-KR" dirty="0" err="1"/>
              <a:t>MonsterItemProps</a:t>
            </a:r>
            <a:r>
              <a:rPr lang="en-US" altLang="ko-KR" dirty="0"/>
              <a:t>&gt; = ({ monsters }) =&gt; {</a:t>
            </a:r>
          </a:p>
          <a:p>
            <a:r>
              <a:rPr lang="en-US" altLang="ko-KR" dirty="0"/>
              <a:t>const [</a:t>
            </a:r>
            <a:r>
              <a:rPr lang="en-US" altLang="ko-KR" dirty="0" err="1"/>
              <a:t>randomFive</a:t>
            </a:r>
            <a:r>
              <a:rPr lang="en-US" altLang="ko-KR" dirty="0"/>
              <a:t>, </a:t>
            </a:r>
            <a:r>
              <a:rPr lang="en-US" altLang="ko-KR" dirty="0" err="1"/>
              <a:t>setRandomFive</a:t>
            </a:r>
            <a:r>
              <a:rPr lang="en-US" altLang="ko-KR" dirty="0"/>
              <a:t>] = </a:t>
            </a:r>
            <a:r>
              <a:rPr lang="en-US" altLang="ko-KR" dirty="0" err="1"/>
              <a:t>useState</a:t>
            </a:r>
            <a:r>
              <a:rPr lang="en-US" altLang="ko-KR" dirty="0"/>
              <a:t>&lt;Monster[]&gt;([]);</a:t>
            </a:r>
            <a:br>
              <a:rPr lang="en-US" altLang="ko-KR" dirty="0"/>
            </a:br>
            <a:endParaRPr lang="en-US" altLang="ko-KR" dirty="0"/>
          </a:p>
          <a:p>
            <a:br>
              <a:rPr lang="en-US" altLang="ko-KR" dirty="0"/>
            </a:br>
            <a:endParaRPr lang="en-US" altLang="ko-KR" dirty="0"/>
          </a:p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A58588-F8AF-E2A9-7E33-0E4B66872CD3}"/>
              </a:ext>
            </a:extLst>
          </p:cNvPr>
          <p:cNvSpPr txBox="1"/>
          <p:nvPr/>
        </p:nvSpPr>
        <p:spPr>
          <a:xfrm>
            <a:off x="1030013" y="5068951"/>
            <a:ext cx="112460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//</a:t>
            </a:r>
            <a:r>
              <a:rPr lang="ko-KR" altLang="en-US" dirty="0"/>
              <a:t>컴포넌트 마운트 될 때 한번 실행 된다</a:t>
            </a:r>
            <a:r>
              <a:rPr lang="en-US" altLang="ko-KR" dirty="0"/>
              <a:t>. </a:t>
            </a:r>
            <a:r>
              <a:rPr lang="ko-KR" altLang="en-US" dirty="0"/>
              <a:t>즉 홈페이지 갈 때마다 다시 실행된다</a:t>
            </a:r>
          </a:p>
          <a:p>
            <a:r>
              <a:rPr lang="ko-KR" altLang="en-US" dirty="0"/>
              <a:t>  </a:t>
            </a:r>
            <a:r>
              <a:rPr lang="en-US" altLang="ko-KR" dirty="0" err="1"/>
              <a:t>useEffect</a:t>
            </a:r>
            <a:r>
              <a:rPr lang="en-US" altLang="ko-KR" dirty="0"/>
              <a:t>(() =&gt; {</a:t>
            </a:r>
          </a:p>
          <a:p>
            <a:r>
              <a:rPr lang="en-US" altLang="ko-KR" dirty="0"/>
              <a:t>    const result = </a:t>
            </a:r>
            <a:r>
              <a:rPr lang="en-US" altLang="ko-KR" dirty="0" err="1"/>
              <a:t>getRandomDataSets</a:t>
            </a:r>
            <a:r>
              <a:rPr lang="en-US" altLang="ko-KR" dirty="0"/>
              <a:t>(monsters, 5);</a:t>
            </a:r>
          </a:p>
          <a:p>
            <a:r>
              <a:rPr lang="en-US" altLang="ko-KR" dirty="0"/>
              <a:t>    </a:t>
            </a:r>
            <a:r>
              <a:rPr lang="en-US" altLang="ko-KR" dirty="0" err="1"/>
              <a:t>setRandomFive</a:t>
            </a:r>
            <a:r>
              <a:rPr lang="en-US" altLang="ko-KR" dirty="0"/>
              <a:t>(result);</a:t>
            </a:r>
          </a:p>
          <a:p>
            <a:r>
              <a:rPr lang="en-US" altLang="ko-KR" dirty="0"/>
              <a:t>  }, []);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56888513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VTI">
  <a:themeElements>
    <a:clrScheme name="Custom 1">
      <a:dk1>
        <a:sysClr val="windowText" lastClr="000000"/>
      </a:dk1>
      <a:lt1>
        <a:sysClr val="window" lastClr="FFFFFF"/>
      </a:lt1>
      <a:dk2>
        <a:srgbClr val="2E3A3C"/>
      </a:dk2>
      <a:lt2>
        <a:srgbClr val="EDE9E7"/>
      </a:lt2>
      <a:accent1>
        <a:srgbClr val="898470"/>
      </a:accent1>
      <a:accent2>
        <a:srgbClr val="7A8773"/>
      </a:accent2>
      <a:accent3>
        <a:srgbClr val="8C845E"/>
      </a:accent3>
      <a:accent4>
        <a:srgbClr val="9F7E56"/>
      </a:accent4>
      <a:accent5>
        <a:srgbClr val="9B7E69"/>
      </a:accent5>
      <a:accent6>
        <a:srgbClr val="AA7862"/>
      </a:accent6>
      <a:hlink>
        <a:srgbClr val="7A8773"/>
      </a:hlink>
      <a:folHlink>
        <a:srgbClr val="9F7E56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VTI" id="{309F1D27-9968-4F93-BA7C-3666A757FD2E}" vid="{76D8E8FD-8787-4E56-A14A-C28BF58ABEE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783</Words>
  <Application>Microsoft Office PowerPoint</Application>
  <PresentationFormat>와이드스크린</PresentationFormat>
  <Paragraphs>119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Arial</vt:lpstr>
      <vt:lpstr>Felix Titling</vt:lpstr>
      <vt:lpstr>Goudy Old Style</vt:lpstr>
      <vt:lpstr>ArchwayVTI</vt:lpstr>
      <vt:lpstr>기말과제 관련 특별 개발포인트</vt:lpstr>
      <vt:lpstr>리덕스의 PayLoadAction 타입</vt:lpstr>
      <vt:lpstr>Light.tsx 파일</vt:lpstr>
      <vt:lpstr>Light.tsx 파일</vt:lpstr>
      <vt:lpstr>Store.tsx 파일</vt:lpstr>
      <vt:lpstr>Store.tsx 파일-2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Carousel.tsx 파일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가브리엘 간</dc:creator>
  <cp:lastModifiedBy>가브리엘 간</cp:lastModifiedBy>
  <cp:revision>4</cp:revision>
  <dcterms:created xsi:type="dcterms:W3CDTF">2025-12-19T04:07:38Z</dcterms:created>
  <dcterms:modified xsi:type="dcterms:W3CDTF">2025-12-20T03:47:51Z</dcterms:modified>
</cp:coreProperties>
</file>